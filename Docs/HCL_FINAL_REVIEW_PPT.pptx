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6" r:id="rId4"/>
    <p:sldId id="273" r:id="rId5"/>
    <p:sldId id="264" r:id="rId6"/>
    <p:sldId id="267" r:id="rId7"/>
    <p:sldId id="265" r:id="rId8"/>
    <p:sldId id="274" r:id="rId9"/>
    <p:sldId id="270" r:id="rId10"/>
    <p:sldId id="269" r:id="rId11"/>
    <p:sldId id="277" r:id="rId12"/>
    <p:sldId id="276" r:id="rId13"/>
    <p:sldId id="275" r:id="rId14"/>
    <p:sldId id="272" r:id="rId15"/>
  </p:sldIdLst>
  <p:sldSz cx="9753600" cy="73152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7A4325-05C4-4C40-92CF-E2A30E0A603D}" v="13" dt="2026-04-21T17:53:50.4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39" autoAdjust="0"/>
    <p:restoredTop sz="94622" autoAdjust="0"/>
  </p:normalViewPr>
  <p:slideViewPr>
    <p:cSldViewPr>
      <p:cViewPr varScale="1">
        <p:scale>
          <a:sx n="52" d="100"/>
          <a:sy n="52" d="100"/>
        </p:scale>
        <p:origin x="1496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 September 2023</a:t>
            </a:r>
          </a:p>
          <a:p>
            <a:r>
              <a:rPr lang="en-US"/>
              <a:t>1-59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FFCE9-04D8-C375-D68B-1AAEA5519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5DD7E7-D43E-0217-369D-7CC420104F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0EFED1-DA60-952D-6796-FD9630D4468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622AF50-7C7F-A93C-584E-FE2B5666C4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4F66709-F9D3-5F59-110E-0397F9423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354F7-D4D1-9631-E650-DAB8092C37C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459BF-B7D0-3D4A-43D8-77C9FD1EDB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3492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BE475-69B0-1033-54DB-0C6B0669E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E6D250-85C1-E74B-9FDA-D274E53960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42D1E-FD80-3504-25F8-AC1D80EDF6B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F93B307-529C-ED82-FD3F-E05B9546BC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CE45C33-8EF0-EFCB-8B6B-BC443A7DBF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99801-FA5D-52A8-87F2-8AACA32EA3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91E5D-25B2-DB9B-C3B5-3F510500A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29093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7EB24-ED3B-4D03-00EB-C1F3AC2A6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3B1D238-2227-B62F-3ADD-889E19F0D3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498196-4295-7DC7-B353-18287F8A0FC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92C61F7-7908-39FE-9AF0-9975D94074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F2ED291-EF05-6F08-BC48-62FA10EA71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041DF-A27E-7446-F4D3-C41F6E087DF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3BCA8-9AD0-D0F8-55EC-74D6C32AB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387886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FD877-E61B-77CD-95A0-22680CAF4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21DD9C3-94EC-9B4C-BF1C-005CF84BE2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9B4A96-8F6E-73A4-3A7C-4D839F70114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E5CAF7A-ADE9-436A-3677-5FEE862E6F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0122051-6DA3-79BB-E52E-A9470BF446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FA857-E888-2583-C45D-77046EFE47B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05FBD-031A-0383-BAA9-A35374F7E7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68312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83443-827A-EC00-1B9C-03328D706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55ECED2-4A9F-C236-145A-25DBFC81B0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A99AB6-6C49-6923-0CD1-719C71F1F3E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5F494B3-45BF-F602-AEE9-9B2BC890EB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36C7BC0-1E82-F9E5-29F7-0A20DB91BE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A8FDB-06E8-8308-FE34-4AF64AFA4E3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61BFDA-BDAD-27D5-810B-A5218E796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29256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F534A-FB9A-BFCC-DF4B-2B740DD51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175276-535B-1708-754F-062C377EB7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37BDDD-79FE-4A91-3A5D-0E4442C1534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621309A-664C-B8B6-8718-89536536E4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D224BC6-E1B8-B527-C141-820468919B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06C0E-9811-F7CD-DB61-CE01EF3758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9C193-62B2-82AE-B647-106AC2370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376121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22314-A789-60AB-7889-6F76883D2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31284D-9C64-47FE-7156-32A1AE306A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5F547E-EC9A-98EE-F51E-32F819294B8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C69F4EC-0EB5-C987-EC3E-574EE5615F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84BACA2-A665-7DAA-90FE-94CEA5792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C4BC0-7B54-DF60-92CF-9EB78B2EDC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8C635-3C58-2BCB-ECEC-C76E9BE8E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53194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11786-3283-F0F5-94A8-BA0AD6C7A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3C5449-548B-41D6-A941-BED0A0B2384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249E8D-C0A0-C015-612D-9DEA0A98B66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03568A6-68FA-0D6F-0F13-EF03D30609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F5993BE-F200-7CD5-4889-497CB00F1F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8755A-6BFA-7F46-8B2B-B5283BED3F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293192-C9CE-871A-FAA9-BFC663986C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814749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3786A-4F0A-FA0B-F3A5-A68B057B6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48A32F-8495-0AFF-AA0F-9F356BD20B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08CFDC-2D45-7AC2-9C79-23A532AB407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CA6B7E7-7F76-589E-6EE2-DE6F29E36E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DC60374-12A9-2790-4E04-A2AF94024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65F9B-86B5-8AA8-D58C-5C1B27B2ED0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7E99C-1816-6067-3311-40AC2E7577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08430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5A723-D530-6125-D54A-9C33A5298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D85274-54B7-B925-19E8-171ADFBDD0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98C3FD-16C5-390B-3829-A0298953F2A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F1C8C47-369B-D050-D09C-D1A5049DFB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A5062A7-6722-3677-DCBF-BA92AD9BE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45B6A-7831-908C-EA6B-F08C26FBB0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C62FE-3F99-EE9D-F0E2-13DE3C3E6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15263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DC2D0-0797-B5D0-AAA3-DDFE3DD4F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444A013-7F78-9858-FA32-8CAE242A2C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B23476-3F96-17A9-F3A8-CE83247B7C6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B30C438-AD6D-AE68-A346-EA1A5E0BF5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D7C8604-3B92-B3C3-B259-EC70ECC28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95D0B-6BD2-CC76-61BC-B6878FCC36C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6CD13-A315-2D8D-A8DB-4CF223113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64810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o.org/" TargetMode="External"/><Relationship Id="rId3" Type="http://schemas.openxmlformats.org/officeDocument/2006/relationships/image" Target="../media/image4.jpeg"/><Relationship Id="rId7" Type="http://schemas.openxmlformats.org/officeDocument/2006/relationships/hyperlink" Target="https://react.dev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fastapi.tiangolo.com/" TargetMode="External"/><Relationship Id="rId5" Type="http://schemas.openxmlformats.org/officeDocument/2006/relationships/hyperlink" Target="https://ollama.com/" TargetMode="External"/><Relationship Id="rId4" Type="http://schemas.openxmlformats.org/officeDocument/2006/relationships/hyperlink" Target="https://ai.meta.com/llama/" TargetMode="External"/><Relationship Id="rId9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426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43" r="1"/>
            </a:stretch>
          </a:blipFill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332793" y="5410200"/>
            <a:ext cx="1343607" cy="1619046"/>
          </a:xfrm>
          <a:custGeom>
            <a:avLst/>
            <a:gdLst/>
            <a:ahLst/>
            <a:cxnLst/>
            <a:rect l="l" t="t" r="r" b="b"/>
            <a:pathLst>
              <a:path w="1343607" h="1619046">
                <a:moveTo>
                  <a:pt x="0" y="0"/>
                </a:moveTo>
                <a:lnTo>
                  <a:pt x="1343608" y="0"/>
                </a:lnTo>
                <a:lnTo>
                  <a:pt x="1343608" y="1619046"/>
                </a:lnTo>
                <a:lnTo>
                  <a:pt x="0" y="16190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8075" y="152400"/>
            <a:ext cx="1282118" cy="991693"/>
          </a:xfrm>
          <a:custGeom>
            <a:avLst/>
            <a:gdLst/>
            <a:ahLst/>
            <a:cxnLst/>
            <a:rect l="l" t="t" r="r" b="b"/>
            <a:pathLst>
              <a:path w="1282118" h="991693">
                <a:moveTo>
                  <a:pt x="0" y="0"/>
                </a:moveTo>
                <a:lnTo>
                  <a:pt x="1282117" y="0"/>
                </a:lnTo>
                <a:lnTo>
                  <a:pt x="1282117" y="991694"/>
                </a:lnTo>
                <a:lnTo>
                  <a:pt x="0" y="9916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817864" y="556272"/>
            <a:ext cx="6787661" cy="159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sz="2700" b="1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KONGU ENGINEERING COLLEGE</a:t>
            </a:r>
          </a:p>
          <a:p>
            <a:pPr algn="ctr">
              <a:lnSpc>
                <a:spcPts val="3071"/>
              </a:lnSpc>
            </a:pPr>
            <a:r>
              <a:rPr lang="en-US" sz="2700" b="1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DEPARTMENT OF AI&amp;DS</a:t>
            </a:r>
          </a:p>
          <a:p>
            <a:pPr algn="ctr">
              <a:lnSpc>
                <a:spcPts val="3071"/>
              </a:lnSpc>
            </a:pPr>
            <a:endParaRPr lang="en-US" sz="2700" b="1" dirty="0"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  <a:p>
            <a:pPr algn="ctr">
              <a:lnSpc>
                <a:spcPts val="3071"/>
              </a:lnSpc>
            </a:pPr>
            <a:r>
              <a:rPr lang="en-US" sz="2700" b="1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HCL PROJECT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67000" y="2702723"/>
            <a:ext cx="7237638" cy="9548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AGRICULTURE ADVISORY CHATBOT USING </a:t>
            </a:r>
          </a:p>
          <a:p>
            <a:pPr algn="ctr"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 (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581400" y="4469839"/>
            <a:ext cx="4759616" cy="1667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Project Members:</a:t>
            </a:r>
          </a:p>
          <a:p>
            <a:pPr>
              <a:lnSpc>
                <a:spcPts val="2639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		ALMAS J(24ADR008)</a:t>
            </a:r>
          </a:p>
          <a:p>
            <a:pPr marL="285750" indent="-285750">
              <a:lnSpc>
                <a:spcPts val="263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		BARATHVAJ D(24ADR014)</a:t>
            </a:r>
          </a:p>
          <a:p>
            <a:pPr>
              <a:lnSpc>
                <a:spcPts val="2639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		BHARANI K(24ADR016)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  <a:endParaRPr lang="en-US" sz="2199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925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99162" y="532817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PROBLEM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8283" y="1654231"/>
            <a:ext cx="8305800" cy="3431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9725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Farmers often lack instant agricultural guidance.</a:t>
            </a:r>
          </a:p>
          <a:p>
            <a:pPr marL="59725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Expert support is not always easily available.</a:t>
            </a:r>
          </a:p>
          <a:p>
            <a:pPr marL="59725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Crop-related doubts remain unresolved for long periods.</a:t>
            </a:r>
          </a:p>
          <a:p>
            <a:pPr marL="59725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Traditional advisory methods are time-consuming.</a:t>
            </a:r>
          </a:p>
          <a:p>
            <a:pPr marL="597255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 simple text-based AI solution is needed.</a:t>
            </a:r>
          </a:p>
        </p:txBody>
      </p:sp>
      <p:sp>
        <p:nvSpPr>
          <p:cNvPr id="5" name="Freeform 5" descr="kec2blackborder png.PNG"/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A3126-4EA7-FF01-354C-A2B9B8176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366C915-B154-F752-5CB8-3A4CE90CC901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EEBA246-2A31-DEA0-A48F-C738D68B4CA1}"/>
              </a:ext>
            </a:extLst>
          </p:cNvPr>
          <p:cNvSpPr txBox="1"/>
          <p:nvPr/>
        </p:nvSpPr>
        <p:spPr>
          <a:xfrm>
            <a:off x="914400" y="336575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LITERATURE SURVEY</a:t>
            </a: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5942F432-BD63-3C6B-4298-72E192DE44E6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3F33CF-0168-21C6-93A3-BD815DA181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234705"/>
              </p:ext>
            </p:extLst>
          </p:nvPr>
        </p:nvGraphicFramePr>
        <p:xfrm>
          <a:off x="1010183" y="1218154"/>
          <a:ext cx="8382000" cy="5653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86283477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011897291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107682655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2620719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118395439"/>
                    </a:ext>
                  </a:extLst>
                </a:gridCol>
              </a:tblGrid>
              <a:tr h="5519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668208"/>
                  </a:ext>
                </a:extLst>
              </a:tr>
              <a:tr h="8777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Traditional Advisory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fixed agricultural guidelines based on predefined rules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Rule-Based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interactive, lacks flexibility</a:t>
                      </a:r>
                    </a:p>
                    <a:p>
                      <a:pPr algn="ctr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2507793"/>
                  </a:ext>
                </a:extLst>
              </a:tr>
              <a:tr h="1075897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NLP Chatbots</a:t>
                      </a:r>
                      <a:b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basic text interaction with users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Natural Language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IN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 rtl="0"/>
                      <a:endParaRPr lang="en-IN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understandings of complex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9069314"/>
                  </a:ext>
                </a:extLst>
              </a:tr>
              <a:tr h="920236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Plant Disease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2020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plant diseases using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CNN(Deep Learning)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IN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 rtl="0"/>
                      <a:endParaRPr lang="en-IN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 only for images, no text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069769"/>
                  </a:ext>
                </a:extLst>
              </a:tr>
              <a:tr h="920236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Chatbots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improved responses using trained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contextual understanding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093265"/>
                  </a:ext>
                </a:extLst>
              </a:tr>
              <a:tr h="920236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LLM-Based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Understands user queries and generates intelligent responses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Language Models(LLM)</a:t>
                      </a:r>
                    </a:p>
                    <a:p>
                      <a:pPr algn="ctr" rtl="0"/>
                      <a:endParaRPr lang="en-US" sz="14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high computational resources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990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0827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14F5B1F-9500-C56A-711D-4BEBE0ED390B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4749C-DF72-FB3D-760C-E24710719933}"/>
              </a:ext>
            </a:extLst>
          </p:cNvPr>
          <p:cNvSpPr txBox="1"/>
          <p:nvPr/>
        </p:nvSpPr>
        <p:spPr>
          <a:xfrm>
            <a:off x="3086910" y="838200"/>
            <a:ext cx="35797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952D451-11A2-057F-0993-5B26FCCC8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600200"/>
            <a:ext cx="7082388" cy="3673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systems are not interactive enough for farmers.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platforms do not provide conversational support.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chatbots lack contextual understanding.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text-based agricultural advice is limited.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AI advisory tools are still insufficient.</a:t>
            </a:r>
          </a:p>
        </p:txBody>
      </p:sp>
    </p:spTree>
    <p:extLst>
      <p:ext uri="{BB962C8B-B14F-4D97-AF65-F5344CB8AC3E}">
        <p14:creationId xmlns:p14="http://schemas.microsoft.com/office/powerpoint/2010/main" val="1804036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30ED1-C1DA-48F2-1343-135B4499E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255291B-037C-F29F-90E9-479C152FC94E}"/>
              </a:ext>
            </a:extLst>
          </p:cNvPr>
          <p:cNvSpPr/>
          <p:nvPr/>
        </p:nvSpPr>
        <p:spPr>
          <a:xfrm>
            <a:off x="62753" y="-56612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C289300-D12C-ED09-C7BA-427495C96542}"/>
              </a:ext>
            </a:extLst>
          </p:cNvPr>
          <p:cNvSpPr txBox="1"/>
          <p:nvPr/>
        </p:nvSpPr>
        <p:spPr>
          <a:xfrm>
            <a:off x="990600" y="914400"/>
            <a:ext cx="8513505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OBJECTIVE</a:t>
            </a: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F8D46400-4D1A-4D61-9969-696303DD3DB5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F73BF3-E9EC-D7B2-E659-1079BA39FEBC}"/>
              </a:ext>
            </a:extLst>
          </p:cNvPr>
          <p:cNvSpPr txBox="1"/>
          <p:nvPr/>
        </p:nvSpPr>
        <p:spPr>
          <a:xfrm>
            <a:off x="1875124" y="1839031"/>
            <a:ext cx="6128857" cy="35239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text-based agricultural chatbot.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instant advisory support for farmers.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answer farming queries using AI.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access to agricultural knowledge.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simple and user-friendly system.</a:t>
            </a:r>
          </a:p>
        </p:txBody>
      </p:sp>
    </p:spTree>
    <p:extLst>
      <p:ext uri="{BB962C8B-B14F-4D97-AF65-F5344CB8AC3E}">
        <p14:creationId xmlns:p14="http://schemas.microsoft.com/office/powerpoint/2010/main" val="4256486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A0E5D-40B1-C7B5-7522-C8E8831D9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D773C29-C3EC-BA59-0BC4-6A75A7E5F0AA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4F5D747-7838-0885-7342-C718C969E491}"/>
              </a:ext>
            </a:extLst>
          </p:cNvPr>
          <p:cNvSpPr txBox="1"/>
          <p:nvPr/>
        </p:nvSpPr>
        <p:spPr>
          <a:xfrm>
            <a:off x="914400" y="702337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PROPOSED WORK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5DBB3D8-BADD-4903-77FF-5D7FAE567A49}"/>
              </a:ext>
            </a:extLst>
          </p:cNvPr>
          <p:cNvSpPr txBox="1"/>
          <p:nvPr/>
        </p:nvSpPr>
        <p:spPr>
          <a:xfrm>
            <a:off x="1048283" y="1524000"/>
            <a:ext cx="8305800" cy="3580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chatbot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farmer queries in text format.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user input using the language model.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meaningful agricultural suggestions.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responses through a chat interface.</a:t>
            </a: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890BAD56-7B22-F1BB-477F-A0441FFB0385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</p:spTree>
    <p:extLst>
      <p:ext uri="{BB962C8B-B14F-4D97-AF65-F5344CB8AC3E}">
        <p14:creationId xmlns:p14="http://schemas.microsoft.com/office/powerpoint/2010/main" val="2709306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31BA1-F07B-2048-06F5-87B3CB94F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461F19D-1BA2-7045-33D5-E6C2220F3061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DE7FB28-238F-78B8-5E78-27F119F7FBA0}"/>
              </a:ext>
            </a:extLst>
          </p:cNvPr>
          <p:cNvSpPr txBox="1"/>
          <p:nvPr/>
        </p:nvSpPr>
        <p:spPr>
          <a:xfrm>
            <a:off x="908890" y="56612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WORKFLOW DIAGRAM</a:t>
            </a: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722896D3-0703-E9C8-83A6-C801E70724A4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C84C5A-90F9-D646-54E5-A38805607E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96"/>
          <a:stretch>
            <a:fillRect/>
          </a:stretch>
        </p:blipFill>
        <p:spPr>
          <a:xfrm>
            <a:off x="2528673" y="693896"/>
            <a:ext cx="5334000" cy="635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811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6E385-8AA2-D15B-F011-8B91F8061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0F62F38-9850-7004-9626-68E4BB056B75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A87933F-CED9-334E-4DF3-41AFF74ED272}"/>
              </a:ext>
            </a:extLst>
          </p:cNvPr>
          <p:cNvSpPr txBox="1"/>
          <p:nvPr/>
        </p:nvSpPr>
        <p:spPr>
          <a:xfrm>
            <a:off x="914400" y="336575"/>
            <a:ext cx="8573566" cy="1215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HARDWARE/SOTWARE</a:t>
            </a:r>
          </a:p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REQUIREMENTS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6E260C5-FE90-7B10-68FC-5878768CFA9E}"/>
              </a:ext>
            </a:extLst>
          </p:cNvPr>
          <p:cNvSpPr txBox="1"/>
          <p:nvPr/>
        </p:nvSpPr>
        <p:spPr>
          <a:xfrm>
            <a:off x="1752600" y="1917537"/>
            <a:ext cx="7848600" cy="35546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8 GB RAM system.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for backend development.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API integration.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 for frontend interface.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run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locally.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B54E31DE-F127-C0F9-F64F-43FCFC2FCC27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</p:spTree>
    <p:extLst>
      <p:ext uri="{BB962C8B-B14F-4D97-AF65-F5344CB8AC3E}">
        <p14:creationId xmlns:p14="http://schemas.microsoft.com/office/powerpoint/2010/main" val="888971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6E2AC-3526-FAB4-E251-F222F74DE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BC0C3DC-30E3-1B9B-D998-2ADD98CCB55D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18E5718-D4A6-7FB4-9450-87B0CDB7043C}"/>
              </a:ext>
            </a:extLst>
          </p:cNvPr>
          <p:cNvSpPr txBox="1"/>
          <p:nvPr/>
        </p:nvSpPr>
        <p:spPr>
          <a:xfrm>
            <a:off x="914400" y="731520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MODULES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B860554-4231-BD00-A6E2-80411E082957}"/>
              </a:ext>
            </a:extLst>
          </p:cNvPr>
          <p:cNvSpPr txBox="1"/>
          <p:nvPr/>
        </p:nvSpPr>
        <p:spPr>
          <a:xfrm>
            <a:off x="1048283" y="1676400"/>
            <a:ext cx="8305800" cy="3431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module for text input and output.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module for handling requests.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module for processing queries using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module for generating advisory replies.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module for storing chat history if needed.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C0F1888C-242B-F0E5-76AE-F851E6BB1223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</p:spTree>
    <p:extLst>
      <p:ext uri="{BB962C8B-B14F-4D97-AF65-F5344CB8AC3E}">
        <p14:creationId xmlns:p14="http://schemas.microsoft.com/office/powerpoint/2010/main" val="2423828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99C68-82DA-0047-A25B-0751C4323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3152EEA-FA33-5E73-935F-846D46C42427}"/>
              </a:ext>
            </a:extLst>
          </p:cNvPr>
          <p:cNvSpPr/>
          <p:nvPr/>
        </p:nvSpPr>
        <p:spPr>
          <a:xfrm>
            <a:off x="-26894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EEE1ECF-7A54-420D-505D-72ED21A8870B}"/>
              </a:ext>
            </a:extLst>
          </p:cNvPr>
          <p:cNvSpPr txBox="1"/>
          <p:nvPr/>
        </p:nvSpPr>
        <p:spPr>
          <a:xfrm>
            <a:off x="914400" y="228454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SCREENSHOTS</a:t>
            </a: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6B95C738-5584-0F37-285A-DB26E6DEF4A2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FBDEA-1DBD-3FBF-D3D8-62557C6DAE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03" y="1037580"/>
            <a:ext cx="8876759" cy="573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88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37A40-14B5-C555-D3BF-30E905417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B3A5E57-D417-ECBB-ACAD-26D1AAEBA2A2}"/>
              </a:ext>
            </a:extLst>
          </p:cNvPr>
          <p:cNvSpPr/>
          <p:nvPr/>
        </p:nvSpPr>
        <p:spPr>
          <a:xfrm>
            <a:off x="0" y="-32266"/>
            <a:ext cx="10013056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252A9B2-FF81-FBC4-27BE-97AF53BB96BA}"/>
              </a:ext>
            </a:extLst>
          </p:cNvPr>
          <p:cNvSpPr txBox="1"/>
          <p:nvPr/>
        </p:nvSpPr>
        <p:spPr>
          <a:xfrm>
            <a:off x="914400" y="731520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RESULT ACHIEVED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1C99E51-194A-80BE-F475-E71EC0C7D35A}"/>
              </a:ext>
            </a:extLst>
          </p:cNvPr>
          <p:cNvSpPr txBox="1"/>
          <p:nvPr/>
        </p:nvSpPr>
        <p:spPr>
          <a:xfrm>
            <a:off x="1048283" y="1676400"/>
            <a:ext cx="8305800" cy="35546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Developed an AI-based agricultural chatbot using </a:t>
            </a:r>
            <a:r>
              <a:rPr lang="en-US" altLang="en-US" sz="2400" dirty="0" err="1">
                <a:latin typeface="Arial" panose="020B0604020202020204" pitchFamily="34" charset="0"/>
              </a:rPr>
              <a:t>LLaMA</a:t>
            </a:r>
            <a:r>
              <a:rPr lang="en-US" altLang="en-US" sz="2400" dirty="0">
                <a:latin typeface="Arial" panose="020B0604020202020204" pitchFamily="34" charset="0"/>
              </a:rPr>
              <a:t>. 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Provides instant farming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</a:t>
            </a:r>
            <a:r>
              <a:rPr lang="en-US" altLang="en-US" sz="2400" dirty="0">
                <a:latin typeface="Arial" panose="020B0604020202020204" pitchFamily="34" charset="0"/>
              </a:rPr>
              <a:t> to farmers. 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Integrated </a:t>
            </a:r>
            <a:r>
              <a:rPr lang="en-US" altLang="en-US" sz="2400" dirty="0" err="1">
                <a:latin typeface="Arial" panose="020B0604020202020204" pitchFamily="34" charset="0"/>
              </a:rPr>
              <a:t>Ollama</a:t>
            </a:r>
            <a:r>
              <a:rPr lang="en-US" altLang="en-US" sz="2400" dirty="0">
                <a:latin typeface="Arial" panose="020B0604020202020204" pitchFamily="34" charset="0"/>
              </a:rPr>
              <a:t>, </a:t>
            </a:r>
            <a:r>
              <a:rPr lang="en-US" altLang="en-US" sz="2400" dirty="0" err="1">
                <a:latin typeface="Arial" panose="020B0604020202020204" pitchFamily="34" charset="0"/>
              </a:rPr>
              <a:t>FastAPI</a:t>
            </a:r>
            <a:r>
              <a:rPr lang="en-US" altLang="en-US" sz="2400" dirty="0">
                <a:latin typeface="Arial" panose="020B0604020202020204" pitchFamily="34" charset="0"/>
              </a:rPr>
              <a:t>, and React.js successfully. 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Created a simple and user-friendly system. </a:t>
            </a:r>
          </a:p>
          <a:p>
            <a:pPr marL="508710" lvl="1" indent="-254355" algn="just">
              <a:lnSpc>
                <a:spcPct val="200000"/>
              </a:lnSpc>
              <a:buFont typeface="Arial"/>
              <a:buChar char="•"/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79B3F3C9-D5FE-D09C-A520-B51355E83D0A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1AA678E-63DF-5C78-2FF1-4E1C0247D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1862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1D891-882E-9ED0-CBA9-3A48B80B5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4E4EB2-F815-3B40-28C7-977704188372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9124EAA-2F5C-81E6-8EFA-D81F78197FF7}"/>
              </a:ext>
            </a:extLst>
          </p:cNvPr>
          <p:cNvSpPr txBox="1"/>
          <p:nvPr/>
        </p:nvSpPr>
        <p:spPr>
          <a:xfrm>
            <a:off x="914400" y="731520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CONCLUSION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584FA3C-60A6-3922-6615-42732426B56C}"/>
              </a:ext>
            </a:extLst>
          </p:cNvPr>
          <p:cNvSpPr txBox="1"/>
          <p:nvPr/>
        </p:nvSpPr>
        <p:spPr>
          <a:xfrm>
            <a:off x="1048283" y="1676400"/>
            <a:ext cx="8305800" cy="3062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4355" lvl="1" algn="just"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Agriculture Advisory Chatbot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instant and intelligent agricultural guidance for farmers through real-time AI-based conversations. By integrating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React.js, the system delivers simple, fast, and user-friendly farming support. Overall, it is a cost-effective and scalable solution for improving digital agricultural assistance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EFF76945-FDD8-6354-3960-6B7C56E3920D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</p:spTree>
    <p:extLst>
      <p:ext uri="{BB962C8B-B14F-4D97-AF65-F5344CB8AC3E}">
        <p14:creationId xmlns:p14="http://schemas.microsoft.com/office/powerpoint/2010/main" val="3146580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71F34-D3D5-7FC0-96DD-E8FC56D3F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FDEA1C6-E8A6-4017-7C21-8FBD56A32F0B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B243F67-E55E-E638-01D4-E099CD33467B}"/>
              </a:ext>
            </a:extLst>
          </p:cNvPr>
          <p:cNvSpPr txBox="1"/>
          <p:nvPr/>
        </p:nvSpPr>
        <p:spPr>
          <a:xfrm>
            <a:off x="933209" y="150848"/>
            <a:ext cx="8573566" cy="580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20"/>
              </a:lnSpc>
            </a:pPr>
            <a:r>
              <a:rPr lang="en-US" sz="30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F707952-8833-1804-B230-DA07B2D498C1}"/>
              </a:ext>
            </a:extLst>
          </p:cNvPr>
          <p:cNvSpPr txBox="1"/>
          <p:nvPr/>
        </p:nvSpPr>
        <p:spPr>
          <a:xfrm>
            <a:off x="1067092" y="1066800"/>
            <a:ext cx="8305800" cy="54476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08710" lvl="1" indent="-254355">
              <a:buFont typeface="Arial"/>
              <a:buChar char="•"/>
            </a:pP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MetaAI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(2023)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Open and Efficient Foundation Language Models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https://ai.meta.com/llama/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710" lvl="1" indent="-254355">
              <a:buFont typeface="Arial"/>
              <a:buChar char="•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Large Language Models Locally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https://ollama.com/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710" lvl="1" indent="-254355">
              <a:buFont typeface="Arial"/>
              <a:buChar char="•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for Building APIs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https://fastapi.tiangolo.com/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710" lvl="1" indent="-254355">
              <a:buFont typeface="Arial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 Documentation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Library for Building User Interfaces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https://react.dev/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710" lvl="1" indent="-254355">
              <a:buFont typeface="Arial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Knowledge Source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and Agriculture Organization (FAO)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https://www.fao.org/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C3D8C1BE-7659-1610-46FF-0D3A75AB2359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071" r="-4071"/>
            </a:stretch>
          </a:blipFill>
        </p:spPr>
      </p:sp>
    </p:spTree>
    <p:extLst>
      <p:ext uri="{BB962C8B-B14F-4D97-AF65-F5344CB8AC3E}">
        <p14:creationId xmlns:p14="http://schemas.microsoft.com/office/powerpoint/2010/main" val="1398665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7B812-DFA4-D23D-2BBA-0E5917D5F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E5F32B1-53A6-360B-8CF7-D0235E4C9E55}"/>
              </a:ext>
            </a:extLst>
          </p:cNvPr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 descr="kec2blackborder png.PNG">
            <a:extLst>
              <a:ext uri="{FF2B5EF4-FFF2-40B4-BE49-F238E27FC236}">
                <a16:creationId xmlns:a16="http://schemas.microsoft.com/office/drawing/2014/main" id="{D131C2FD-5CB8-D273-E783-FDCFEA6A3DC7}"/>
              </a:ext>
            </a:extLst>
          </p:cNvPr>
          <p:cNvSpPr/>
          <p:nvPr/>
        </p:nvSpPr>
        <p:spPr>
          <a:xfrm>
            <a:off x="76200" y="56612"/>
            <a:ext cx="542091" cy="674908"/>
          </a:xfrm>
          <a:custGeom>
            <a:avLst/>
            <a:gdLst/>
            <a:ahLst/>
            <a:cxnLst/>
            <a:rect l="l" t="t" r="r" b="b"/>
            <a:pathLst>
              <a:path w="542091" h="674908">
                <a:moveTo>
                  <a:pt x="0" y="0"/>
                </a:moveTo>
                <a:lnTo>
                  <a:pt x="542091" y="0"/>
                </a:lnTo>
                <a:lnTo>
                  <a:pt x="542091" y="674908"/>
                </a:lnTo>
                <a:lnTo>
                  <a:pt x="0" y="6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71" r="-4071"/>
            </a:stretch>
          </a:blipFill>
        </p:spPr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2A86C2DD-A82A-7D41-5665-91494303C48F}"/>
              </a:ext>
            </a:extLst>
          </p:cNvPr>
          <p:cNvSpPr txBox="1"/>
          <p:nvPr/>
        </p:nvSpPr>
        <p:spPr>
          <a:xfrm>
            <a:off x="1051005" y="2792360"/>
            <a:ext cx="8123475" cy="988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47"/>
              </a:lnSpc>
            </a:pPr>
            <a:r>
              <a:rPr lang="en-US" sz="6000" dirty="0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49189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9194</TotalTime>
  <Words>622</Words>
  <Application>Microsoft Office PowerPoint</Application>
  <PresentationFormat>Custom</PresentationFormat>
  <Paragraphs>141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Times New Roman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Work - II Base Paper PPT</dc:title>
  <dc:creator>ROHIT P V</dc:creator>
  <cp:lastModifiedBy>J Almas</cp:lastModifiedBy>
  <cp:revision>34</cp:revision>
  <dcterms:created xsi:type="dcterms:W3CDTF">2006-08-16T00:00:00Z</dcterms:created>
  <dcterms:modified xsi:type="dcterms:W3CDTF">2026-05-28T00:23:49Z</dcterms:modified>
  <dc:identifier>DAGtDquCC84</dc:identifier>
</cp:coreProperties>
</file>